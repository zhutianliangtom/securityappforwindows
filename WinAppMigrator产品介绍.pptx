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WinAppMigrator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WinAppMigrator — Windows应用迁移与安全专家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Windows 桌面应用迁移与安全防护工具</a:t>
            </a:r>
          </a:p>
          <a:p>
            <a:r>
              <a:t>集成六大核心能力：迁移、安全、内存、网络、卸载、AI助手</a:t>
            </a:r>
          </a:p>
          <a:p>
            <a:r>
              <a:t>Python 3 + PyQt6 开发</a:t>
            </a:r>
          </a:p>
          <a:p>
            <a:r>
              <a:t>一键打包分发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产品简介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解决 Windows 应用数据分散存储问题</a:t>
            </a:r>
          </a:p>
          <a:p>
            <a:r>
              <a:t>一键迁移应用到其他盘符，释放C盘空间</a:t>
            </a:r>
          </a:p>
          <a:p>
            <a:r>
              <a:t>智能处理路径冲突，自动更新注册表和快捷方式</a:t>
            </a:r>
          </a:p>
          <a:p>
            <a:r>
              <a:t>内置安全防护，实时监控系统风险</a:t>
            </a:r>
          </a:p>
          <a:p>
            <a:r>
              <a:t>AI 助手驱动桌面自动化，提升工作效率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① 应用迁移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扫描并迁移已安装应用（Win32/UWP）</a:t>
            </a:r>
          </a:p>
          <a:p>
            <a:r>
              <a:t>自动更新注册表路径、快捷方式、AppData</a:t>
            </a:r>
          </a:p>
          <a:p>
            <a:r>
              <a:t>冲突目录智能处理，迁移前终止占用进程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② 安全防护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恶意进程/启动项实时扫描</a:t>
            </a:r>
          </a:p>
          <a:p>
            <a:r>
              <a:t>可疑文件自动隔离（quarantine）</a:t>
            </a:r>
          </a:p>
          <a:p>
            <a:r>
              <a:t>每30秒自动巡检，风险触发通知</a:t>
            </a:r>
          </a:p>
          <a:p>
            <a:r>
              <a:t>网络连接监控与恶意地址拦截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③ 内存优化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清理可安全退出的后台进程</a:t>
            </a:r>
          </a:p>
          <a:p>
            <a:r>
              <a:t>工作集压缩释放物理内存</a:t>
            </a:r>
          </a:p>
          <a:p>
            <a:r>
              <a:t>智能识别360等自保护进程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④ AI 桌面助手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驱动的桌面自动化闭环：截屏→分析→执行→验证</a:t>
            </a:r>
          </a:p>
          <a:p>
            <a:r>
              <a:t>三层混合定位：UIA控件树 + Windows OCR + 视觉准星</a:t>
            </a:r>
          </a:p>
          <a:p>
            <a:r>
              <a:t>支持 MCP 协议，多技能复用（头脑风暴、代码审查等）</a:t>
            </a:r>
          </a:p>
          <a:p>
            <a:r>
              <a:t>命令沙盒安全执行，对话上下文持久化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⑤ 应用卸载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优先调用应用内置卸载器（含WOW6432Node）</a:t>
            </a:r>
          </a:p>
          <a:p>
            <a:r>
              <a:t>卸载后自动清理残留文件与注册表项</a:t>
            </a:r>
          </a:p>
          <a:p>
            <a:r>
              <a:t>快捷方式同步删除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PyQt6 现代化界面设计</a:t>
            </a:r>
          </a:p>
          <a:p>
            <a:r>
              <a:t>pywin32 + ctypes 零额外依赖系统调用</a:t>
            </a:r>
          </a:p>
          <a:p>
            <a:r>
              <a:t>PyInstaller + Inno Setup 一键打包</a:t>
            </a:r>
          </a:p>
          <a:p>
            <a:r>
              <a:t>支持 32/64 位 Windows 10+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新装 Windows 后快速迁移 C 盘应用到其他盘</a:t>
            </a:r>
          </a:p>
          <a:p>
            <a:r>
              <a:t>定期清理后台进程，释放内存提升性能</a:t>
            </a:r>
          </a:p>
          <a:p>
            <a:r>
              <a:t>实时监控恶意进程和网络攻击</a:t>
            </a:r>
          </a:p>
          <a:p>
            <a:r>
              <a:t>安全卸载残留软件，清理注册表</a:t>
            </a:r>
          </a:p>
          <a:p>
            <a:r>
              <a:t>AI 助手辅助日常桌面操作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一站式解决 Windows 应用管理痛点</a:t>
            </a:r>
          </a:p>
          <a:p>
            <a:r>
              <a:t>迁移、安全、优化、AI 四位一体</a:t>
            </a:r>
          </a:p>
          <a:p>
            <a:r>
              <a:t>零依赖、易部署、开箱即用</a:t>
            </a:r>
          </a:p>
          <a:p>
            <a:r>
              <a:t>开源项目，持续迭代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