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大学毕业感言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大学毕业感言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青春不散场，梦想正启航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感谢相遇，感恩同行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愿我们都能在各自的道路上闪闪发光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回首大学时光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四年前，带着懵懂与憧憬走进校园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图书馆里的挑灯夜读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宿舍里的欢声笑语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操场上的挥洒汗水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那些看似平凡的日子，如今都成了珍贵的记忆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师恩难忘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感谢老师们的谆谆教诲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是你们的耐心指导，让我们不断成长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课堂上的悉心讲解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课后的耐心答疑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师恩如山，铭记于心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同窗情深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感谢室友们的陪伴与包容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是朋友们的支持，让这段旅程不再孤单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一起备考的夜晚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一起疯闹的周末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这份友谊，我会永远珍惜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收获与成长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从青涩走向成熟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学会了独立思考与解决问题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懂得了责任与担当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找到了自己的人生方向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大学四年，是人生中宝贵的财富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展望未来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无论前方是坦途还是荆棘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我们都将勇敢前行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愿我们不忘初心，砥砺前行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在各自的领域发光发热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期待不久的将来，我们再相聚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0561A"/>
                </a:solidFill>
                <a:latin typeface="微软雅黑"/>
                <a:ea typeface="微软雅黑"/>
              </a:rPr>
              <a:t>毕业寄语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31750"/>
          </a:xfrm>
          <a:prstGeom prst="rect">
            <a:avLst/>
          </a:prstGeom>
          <a:solidFill>
            <a:srgbClr val="B05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A4636"/>
                </a:solidFill>
                <a:latin typeface="微软雅黑"/>
                <a:ea typeface="微软雅黑"/>
              </a:rPr>
              <a:t>•  聚是一团火，散是满天星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愿每一位同学都能实现自己的梦想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愿我们的友谊地久天长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4636"/>
                </a:solidFill>
                <a:latin typeface="微软雅黑"/>
                <a:ea typeface="微软雅黑"/>
              </a:rPr>
              <a:t>•  大学，再见！未来，你好！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8C39E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